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martIrrigate" id="{B7E39DA6-90D8-D5B1-E5D4-D75EA2D561AC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284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idea: sunrise over drip-irrigated crop rows (search: 'drip irrigation field sunrise'). Replace the illustration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idea: aerial view of center-pivot irrigated fields (search: 'aerial center pivot irrigation').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idea: close-up of drip tubing watering seedlings (search: 'drip irrigation seedlings close up').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idea: screenshot of the dashboard for each step in place of numbers, or farmer using a tablet in a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idea: simple diagram image of a decision tree / DP table next to each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idea: screenshot of the allocation chart /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 idea: farm soil-moisture sensor in a field (search: 'soil moisture sensor farm'); screenshot of results screen for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2588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331720"/>
            <a:ext cx="4206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IMG_LE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840480" y="320040"/>
            <a:ext cx="4754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field image" descr="he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Logo circle"/>
          <p:cNvSpPr/>
          <p:nvPr/>
        </p:nvSpPr>
        <p:spPr>
          <a:xfrm>
            <a:off x="457200" y="1143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Drop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19456"/>
            <a:ext cx="274320" cy="2743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234440" y="21945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HACKATHON PROJECT</a:t>
            </a:r>
            <a:endParaRPr lang="en-US" sz="12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63093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SmartIrrigate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388620" y="1280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 Irrigation Planner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8620" y="1711095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Optimizing limited water for maximum expected crop yield</a:t>
            </a:r>
            <a:endParaRPr lang="en-US" sz="1800" dirty="0"/>
          </a:p>
        </p:txBody>
      </p:sp>
      <p:sp>
        <p:nvSpPr>
          <p:cNvPr id="10" name="Text 0"/>
          <p:cNvSpPr>
            <a:spLocks noGrp="1"/>
          </p:cNvSpPr>
          <p:nvPr>
            <p:ph type="body" idx="101" hasCustomPrompt="1"/>
          </p:nvPr>
        </p:nvSpPr>
        <p:spPr>
          <a:xfrm>
            <a:off x="434342" y="2098873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dirty="0"/>
              <a:t>TEAM :17</a:t>
            </a:r>
          </a:p>
          <a:p>
            <a:pPr marL="0" indent="0" algn="l">
              <a:buNone/>
            </a:pPr>
            <a:r>
              <a:rPr lang="en-US" dirty="0"/>
              <a:t>M AJAY</a:t>
            </a:r>
          </a:p>
          <a:p>
            <a:pPr marL="0" indent="0" algn="l">
              <a:buNone/>
            </a:pPr>
            <a:r>
              <a:rPr lang="en-US" sz="1800" dirty="0"/>
              <a:t>S BHARGAV</a:t>
            </a:r>
          </a:p>
          <a:p>
            <a:pPr marL="0" indent="0" algn="l">
              <a:buNone/>
            </a:pPr>
            <a:r>
              <a:rPr lang="en-US" dirty="0"/>
              <a:t>SHAIK OMER</a:t>
            </a:r>
          </a:p>
          <a:p>
            <a:pPr marL="0" indent="0" algn="l">
              <a:buNone/>
            </a:pPr>
            <a:r>
              <a:rPr lang="en-US" sz="1800" dirty="0"/>
              <a:t>P SRINIVAS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0636" y="4810978"/>
            <a:ext cx="2591124" cy="127675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erial farmland image" descr="aeria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47472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840480" y="320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4" name="Problem card 1"/>
          <p:cNvSpPr/>
          <p:nvPr/>
        </p:nvSpPr>
        <p:spPr>
          <a:xfrm>
            <a:off x="3840480" y="1234440"/>
            <a:ext cx="4754880" cy="768096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5" name="Problem icon bg 1"/>
          <p:cNvSpPr/>
          <p:nvPr/>
        </p:nvSpPr>
        <p:spPr>
          <a:xfrm>
            <a:off x="4023360" y="1389888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6" name="Problem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1508760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663440" y="13075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water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16002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Farmers often have limited water but multiple crops.</a:t>
            </a:r>
            <a:endParaRPr lang="en-US" sz="1300" dirty="0"/>
          </a:p>
        </p:txBody>
      </p:sp>
      <p:sp>
        <p:nvSpPr>
          <p:cNvPr id="9" name="Problem card 2"/>
          <p:cNvSpPr/>
          <p:nvPr/>
        </p:nvSpPr>
        <p:spPr>
          <a:xfrm>
            <a:off x="3840480" y="2130552"/>
            <a:ext cx="4754880" cy="768096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10" name="Problem icon bg 2"/>
          <p:cNvSpPr/>
          <p:nvPr/>
        </p:nvSpPr>
        <p:spPr>
          <a:xfrm>
            <a:off x="4023360" y="2286000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1" name="Problem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240487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63440" y="2203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needs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663440" y="24963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Each crop has different minimum and maximum water needs.</a:t>
            </a:r>
            <a:endParaRPr lang="en-US" sz="1300" dirty="0"/>
          </a:p>
        </p:txBody>
      </p:sp>
      <p:sp>
        <p:nvSpPr>
          <p:cNvPr id="14" name="Problem card 3"/>
          <p:cNvSpPr/>
          <p:nvPr/>
        </p:nvSpPr>
        <p:spPr>
          <a:xfrm>
            <a:off x="3840480" y="3026664"/>
            <a:ext cx="4754880" cy="768096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15" name="Problem icon bg 3"/>
          <p:cNvSpPr/>
          <p:nvPr/>
        </p:nvSpPr>
        <p:spPr>
          <a:xfrm>
            <a:off x="4023360" y="3182112"/>
            <a:ext cx="457200" cy="4572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6" name="Problem icon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32" y="330098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63440" y="3099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sharing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4663440" y="3392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challenge is to distribute available water efficiently.</a:t>
            </a:r>
            <a:endParaRPr lang="en-US" sz="1300" dirty="0"/>
          </a:p>
        </p:txBody>
      </p:sp>
      <p:sp>
        <p:nvSpPr>
          <p:cNvPr id="19" name="Goal banner"/>
          <p:cNvSpPr/>
          <p:nvPr/>
        </p:nvSpPr>
        <p:spPr>
          <a:xfrm>
            <a:off x="3840480" y="3931920"/>
            <a:ext cx="475488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</p:sp>
      <p:pic>
        <p:nvPicPr>
          <p:cNvPr id="20" name="Goal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412394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434840" y="3931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Goal: </a:t>
            </a:r>
            <a:r>
              <a:rPr lang="en-US" sz="1400" dirty="0">
                <a:solidFill>
                  <a:schemeClr val="bg1"/>
                </a:solidFill>
              </a:rPr>
              <a:t>maximize expected yield while respecting irrigation limits.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rip irrigation image" descr="dri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47472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3840480" y="320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Our Solution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3840480" y="10972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SmartIrrigate is a simple web application for irrigation planning.</a:t>
            </a:r>
            <a:endParaRPr lang="en-US" sz="1600" dirty="0"/>
          </a:p>
        </p:txBody>
      </p:sp>
      <p:sp>
        <p:nvSpPr>
          <p:cNvPr id="5" name="Solution icon bg 1"/>
          <p:cNvSpPr/>
          <p:nvPr/>
        </p:nvSpPr>
        <p:spPr>
          <a:xfrm>
            <a:off x="3840480" y="1737360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Solution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1901952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0" y="17373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User enters crop details and available water.</a:t>
            </a:r>
            <a:endParaRPr lang="en-US" sz="1500" dirty="0"/>
          </a:p>
        </p:txBody>
      </p:sp>
      <p:sp>
        <p:nvSpPr>
          <p:cNvPr id="8" name="Solution icon bg 2"/>
          <p:cNvSpPr/>
          <p:nvPr/>
        </p:nvSpPr>
        <p:spPr>
          <a:xfrm>
            <a:off x="3840480" y="246888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olution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2633472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572000" y="24688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system calculates a recommended water allocation.</a:t>
            </a:r>
            <a:endParaRPr lang="en-US" sz="1500" dirty="0"/>
          </a:p>
        </p:txBody>
      </p:sp>
      <p:sp>
        <p:nvSpPr>
          <p:cNvPr id="11" name="Solution icon bg 3"/>
          <p:cNvSpPr/>
          <p:nvPr/>
        </p:nvSpPr>
        <p:spPr>
          <a:xfrm>
            <a:off x="3840480" y="3200400"/>
            <a:ext cx="530352" cy="53035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Solution icon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5072" y="336499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0" y="32004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It uses Greedy and Dynamic Programming algorithms.</a:t>
            </a:r>
            <a:endParaRPr lang="en-US" sz="1500" dirty="0"/>
          </a:p>
        </p:txBody>
      </p:sp>
      <p:sp>
        <p:nvSpPr>
          <p:cNvPr id="14" name="Solution icon bg 4"/>
          <p:cNvSpPr/>
          <p:nvPr/>
        </p:nvSpPr>
        <p:spPr>
          <a:xfrm>
            <a:off x="3840480" y="3931920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Solution icon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5072" y="4096512"/>
            <a:ext cx="201168" cy="20116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572000" y="39319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Results are shown with tables, charts, and a simple explanation.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How the System Works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4" name="Step number bg 1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crops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756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Minimum water, maximum water, yield rate, and priority.</a:t>
            </a:r>
            <a:endParaRPr lang="en-US" sz="1300" dirty="0"/>
          </a:p>
        </p:txBody>
      </p:sp>
      <p:sp>
        <p:nvSpPr>
          <p:cNvPr id="8" name="Step card 2"/>
          <p:cNvSpPr/>
          <p:nvPr/>
        </p:nvSpPr>
        <p:spPr>
          <a:xfrm>
            <a:off x="329184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9" name="Step number bg 2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water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0756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Enter the total available water.</a:t>
            </a:r>
            <a:endParaRPr lang="en-US" sz="1300" dirty="0"/>
          </a:p>
        </p:txBody>
      </p:sp>
      <p:sp>
        <p:nvSpPr>
          <p:cNvPr id="13" name="Step card 3"/>
          <p:cNvSpPr/>
          <p:nvPr/>
        </p:nvSpPr>
        <p:spPr>
          <a:xfrm>
            <a:off x="6035040" y="13258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14" name="Step number bg 3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optimization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0756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Run the optimization.</a:t>
            </a:r>
            <a:endParaRPr lang="en-US" sz="1300" dirty="0"/>
          </a:p>
        </p:txBody>
      </p:sp>
      <p:sp>
        <p:nvSpPr>
          <p:cNvPr id="18" name="Step card 4"/>
          <p:cNvSpPr/>
          <p:nvPr/>
        </p:nvSpPr>
        <p:spPr>
          <a:xfrm>
            <a:off x="54864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19" name="Step number bg 4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7216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Gives a fast allocation based on efficiency.</a:t>
            </a:r>
            <a:endParaRPr lang="en-US" sz="1300" dirty="0"/>
          </a:p>
        </p:txBody>
      </p:sp>
      <p:sp>
        <p:nvSpPr>
          <p:cNvPr id="23" name="Step card 5"/>
          <p:cNvSpPr/>
          <p:nvPr/>
        </p:nvSpPr>
        <p:spPr>
          <a:xfrm>
            <a:off x="329184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24" name="Step number bg 5"/>
          <p:cNvSpPr/>
          <p:nvPr/>
        </p:nvSpPr>
        <p:spPr>
          <a:xfrm>
            <a:off x="347472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06908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Programming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216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Searches for the best feasible allocation.</a:t>
            </a:r>
            <a:endParaRPr lang="en-US" sz="1300" dirty="0"/>
          </a:p>
        </p:txBody>
      </p:sp>
      <p:sp>
        <p:nvSpPr>
          <p:cNvPr id="28" name="Step card 6"/>
          <p:cNvSpPr/>
          <p:nvPr/>
        </p:nvSpPr>
        <p:spPr>
          <a:xfrm>
            <a:off x="6035040" y="297180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29" name="Step number bg 6"/>
          <p:cNvSpPr/>
          <p:nvPr/>
        </p:nvSpPr>
        <p:spPr>
          <a:xfrm>
            <a:off x="6217920" y="31546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plan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2160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The application displays the recommended plan.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Algorithms Used</a:t>
            </a:r>
            <a:endParaRPr lang="en-US" sz="3600" dirty="0"/>
          </a:p>
        </p:txBody>
      </p:sp>
      <p:sp>
        <p:nvSpPr>
          <p:cNvPr id="3" name="Greedy Algorithm card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4" name="Greedy Algorithm icon bg"/>
          <p:cNvSpPr/>
          <p:nvPr/>
        </p:nvSpPr>
        <p:spPr>
          <a:xfrm>
            <a:off x="82296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Greedy Algorithm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755648"/>
            <a:ext cx="329184" cy="329184"/>
          </a:xfrm>
          <a:prstGeom prst="rect">
            <a:avLst/>
          </a:prstGeom>
        </p:spPr>
      </p:pic>
      <p:sp>
        <p:nvSpPr>
          <p:cNvPr id="6" name="Greedy Algorithm tag bg"/>
          <p:cNvSpPr/>
          <p:nvPr/>
        </p:nvSpPr>
        <p:spPr>
          <a:xfrm>
            <a:off x="3291840" y="173736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291840" y="1737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FAST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Greedy Algorithm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71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Makes the best available choice at each step.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 and simple for quick allocation.</a:t>
            </a:r>
            <a:endParaRPr lang="en-US" sz="1500" dirty="0"/>
          </a:p>
        </p:txBody>
      </p:sp>
      <p:sp>
        <p:nvSpPr>
          <p:cNvPr id="10" name="Dynamic Programming card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11" name="Dynamic Programming icon bg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Dynamic Programming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1755648"/>
            <a:ext cx="329184" cy="329184"/>
          </a:xfrm>
          <a:prstGeom prst="rect">
            <a:avLst/>
          </a:prstGeom>
        </p:spPr>
      </p:pic>
      <p:sp>
        <p:nvSpPr>
          <p:cNvPr id="13" name="Dynamic Programming tag bg"/>
          <p:cNvSpPr/>
          <p:nvPr/>
        </p:nvSpPr>
        <p:spPr>
          <a:xfrm>
            <a:off x="7406640" y="1737360"/>
            <a:ext cx="914400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406640" y="1737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OPTIMAL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Programming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9718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Considers different feasible allocations.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Stores previous results and finds the maximum expected yield.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Technology &amp; Features</a:t>
            </a:r>
            <a:endParaRPr lang="en-US" sz="3600" dirty="0"/>
          </a:p>
        </p:txBody>
      </p:sp>
      <p:sp>
        <p:nvSpPr>
          <p:cNvPr id="3" name="Tech card Frontend"/>
          <p:cNvSpPr/>
          <p:nvPr/>
        </p:nvSpPr>
        <p:spPr>
          <a:xfrm>
            <a:off x="548640" y="1280160"/>
            <a:ext cx="18288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4" name="Tech icon bg 1"/>
          <p:cNvSpPr/>
          <p:nvPr/>
        </p:nvSpPr>
        <p:spPr>
          <a:xfrm>
            <a:off x="118872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Tech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6093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HTML, CSS, JavaScript</a:t>
            </a:r>
            <a:endParaRPr lang="en-US" sz="1400" dirty="0"/>
          </a:p>
        </p:txBody>
      </p:sp>
      <p:sp>
        <p:nvSpPr>
          <p:cNvPr id="8" name="Tech card Backend"/>
          <p:cNvSpPr/>
          <p:nvPr/>
        </p:nvSpPr>
        <p:spPr>
          <a:xfrm>
            <a:off x="2560320" y="1280160"/>
            <a:ext cx="18288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9" name="Tech icon bg 2"/>
          <p:cNvSpPr/>
          <p:nvPr/>
        </p:nvSpPr>
        <p:spPr>
          <a:xfrm>
            <a:off x="32004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ech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6093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Backend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Flask</a:t>
            </a:r>
            <a:endParaRPr lang="en-US" sz="1400" dirty="0"/>
          </a:p>
        </p:txBody>
      </p:sp>
      <p:sp>
        <p:nvSpPr>
          <p:cNvPr id="13" name="Tech card Database"/>
          <p:cNvSpPr/>
          <p:nvPr/>
        </p:nvSpPr>
        <p:spPr>
          <a:xfrm>
            <a:off x="4572000" y="1280160"/>
            <a:ext cx="18288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14" name="Tech icon bg 3"/>
          <p:cNvSpPr/>
          <p:nvPr/>
        </p:nvSpPr>
        <p:spPr>
          <a:xfrm>
            <a:off x="5212080" y="14630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Tech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60934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720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Database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400" dirty="0"/>
          </a:p>
        </p:txBody>
      </p:sp>
      <p:sp>
        <p:nvSpPr>
          <p:cNvPr id="18" name="Tech card Charts"/>
          <p:cNvSpPr/>
          <p:nvPr/>
        </p:nvSpPr>
        <p:spPr>
          <a:xfrm>
            <a:off x="6583680" y="1280160"/>
            <a:ext cx="182880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F3D2E">
                <a:alpha val="14000"/>
              </a:srgbClr>
            </a:outerShdw>
          </a:effectLst>
        </p:spPr>
      </p:sp>
      <p:sp>
        <p:nvSpPr>
          <p:cNvPr id="19" name="Tech icon bg 4"/>
          <p:cNvSpPr/>
          <p:nvPr/>
        </p:nvSpPr>
        <p:spPr>
          <a:xfrm>
            <a:off x="722376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Tech icon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160934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36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Charts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7512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Chart.js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24" name="Feature chip 1"/>
          <p:cNvSpPr/>
          <p:nvPr/>
        </p:nvSpPr>
        <p:spPr>
          <a:xfrm>
            <a:off x="548640" y="3657600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4864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Add/delete crops</a:t>
            </a:r>
            <a:endParaRPr lang="en-US" sz="1300" dirty="0"/>
          </a:p>
        </p:txBody>
      </p:sp>
      <p:sp>
        <p:nvSpPr>
          <p:cNvPr id="26" name="Feature chip 2"/>
          <p:cNvSpPr/>
          <p:nvPr/>
        </p:nvSpPr>
        <p:spPr>
          <a:xfrm>
            <a:off x="2331720" y="3657600"/>
            <a:ext cx="17373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2331720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Live optimization</a:t>
            </a:r>
            <a:endParaRPr lang="en-US" sz="1300" dirty="0"/>
          </a:p>
        </p:txBody>
      </p:sp>
      <p:sp>
        <p:nvSpPr>
          <p:cNvPr id="28" name="Feature chip 3"/>
          <p:cNvSpPr/>
          <p:nvPr/>
        </p:nvSpPr>
        <p:spPr>
          <a:xfrm>
            <a:off x="4206240" y="3657600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4206240" y="3657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Allocation chart</a:t>
            </a:r>
            <a:endParaRPr lang="en-US" sz="1300" dirty="0"/>
          </a:p>
        </p:txBody>
      </p:sp>
      <p:sp>
        <p:nvSpPr>
          <p:cNvPr id="30" name="Feature chip 4"/>
          <p:cNvSpPr/>
          <p:nvPr/>
        </p:nvSpPr>
        <p:spPr>
          <a:xfrm>
            <a:off x="5989320" y="3657600"/>
            <a:ext cx="228600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989320" y="3657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Greedy vs DP comparison</a:t>
            </a:r>
            <a:endParaRPr lang="en-US" sz="1300" dirty="0"/>
          </a:p>
        </p:txBody>
      </p:sp>
      <p:sp>
        <p:nvSpPr>
          <p:cNvPr id="32" name="Feature chip 5"/>
          <p:cNvSpPr/>
          <p:nvPr/>
        </p:nvSpPr>
        <p:spPr>
          <a:xfrm>
            <a:off x="548640" y="4160520"/>
            <a:ext cx="219456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548640" y="41605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Smart result explanation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Demo, Results &amp; Future Scope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LIVE DEMO FLOW</a:t>
            </a:r>
            <a:endParaRPr lang="en-US" sz="1200" dirty="0"/>
          </a:p>
        </p:txBody>
      </p:sp>
      <p:sp>
        <p:nvSpPr>
          <p:cNvPr id="4" name="Flow step 1"/>
          <p:cNvSpPr/>
          <p:nvPr/>
        </p:nvSpPr>
        <p:spPr>
          <a:xfrm>
            <a:off x="548640" y="1463040"/>
            <a:ext cx="1481328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6" name="Flow step 2"/>
          <p:cNvSpPr/>
          <p:nvPr/>
        </p:nvSpPr>
        <p:spPr>
          <a:xfrm>
            <a:off x="2189988" y="1463040"/>
            <a:ext cx="1481328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35708" y="14630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Add crops</a:t>
            </a:r>
            <a:endParaRPr lang="en-US" sz="1300" dirty="0"/>
          </a:p>
        </p:txBody>
      </p:sp>
      <p:sp>
        <p:nvSpPr>
          <p:cNvPr id="8" name="Flow step 3"/>
          <p:cNvSpPr/>
          <p:nvPr/>
        </p:nvSpPr>
        <p:spPr>
          <a:xfrm>
            <a:off x="3831336" y="1463040"/>
            <a:ext cx="1481328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77056" y="14630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Enter available water</a:t>
            </a:r>
            <a:endParaRPr lang="en-US" sz="1300" dirty="0"/>
          </a:p>
        </p:txBody>
      </p:sp>
      <p:sp>
        <p:nvSpPr>
          <p:cNvPr id="10" name="Flow step 4"/>
          <p:cNvSpPr/>
          <p:nvPr/>
        </p:nvSpPr>
        <p:spPr>
          <a:xfrm>
            <a:off x="5472684" y="1463040"/>
            <a:ext cx="1481328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18404" y="14630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Optimize</a:t>
            </a:r>
            <a:endParaRPr lang="en-US" sz="1300" dirty="0"/>
          </a:p>
        </p:txBody>
      </p:sp>
      <p:sp>
        <p:nvSpPr>
          <p:cNvPr id="12" name="Flow step 5"/>
          <p:cNvSpPr/>
          <p:nvPr/>
        </p:nvSpPr>
        <p:spPr>
          <a:xfrm>
            <a:off x="7114032" y="1463040"/>
            <a:ext cx="1481328" cy="68580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59752" y="14630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View recommendation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EXPECTED OUTPUT</a:t>
            </a:r>
            <a:endParaRPr lang="en-US" sz="1200" dirty="0"/>
          </a:p>
        </p:txBody>
      </p:sp>
      <p:pic>
        <p:nvPicPr>
          <p:cNvPr id="15" name="Output check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14400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Water allocation for each crop</a:t>
            </a:r>
            <a:endParaRPr lang="en-US" sz="1500" dirty="0"/>
          </a:p>
        </p:txBody>
      </p:sp>
      <p:pic>
        <p:nvPicPr>
          <p:cNvPr id="17" name="Output check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38144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14400" y="3383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Expected yield</a:t>
            </a:r>
            <a:endParaRPr lang="en-US" sz="1500" dirty="0"/>
          </a:p>
        </p:txBody>
      </p:sp>
      <p:pic>
        <p:nvPicPr>
          <p:cNvPr id="19" name="Output check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9534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14400" y="3840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Greedy vs DP comparison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22" name="Future card 1"/>
          <p:cNvSpPr/>
          <p:nvPr/>
        </p:nvSpPr>
        <p:spPr>
          <a:xfrm>
            <a:off x="4846320" y="2926080"/>
            <a:ext cx="178308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pic>
        <p:nvPicPr>
          <p:cNvPr id="23" name="Future icon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4553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76672" y="29260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Weather data</a:t>
            </a:r>
            <a:endParaRPr lang="en-US" sz="1300" dirty="0"/>
          </a:p>
        </p:txBody>
      </p:sp>
      <p:sp>
        <p:nvSpPr>
          <p:cNvPr id="25" name="Future card 2"/>
          <p:cNvSpPr/>
          <p:nvPr/>
        </p:nvSpPr>
        <p:spPr>
          <a:xfrm>
            <a:off x="6766560" y="2926080"/>
            <a:ext cx="178308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pic>
        <p:nvPicPr>
          <p:cNvPr id="26" name="Future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31455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96912" y="29260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Soil moisture</a:t>
            </a:r>
            <a:endParaRPr lang="en-US" sz="1300" dirty="0"/>
          </a:p>
        </p:txBody>
      </p:sp>
      <p:sp>
        <p:nvSpPr>
          <p:cNvPr id="28" name="Future card 3"/>
          <p:cNvSpPr/>
          <p:nvPr/>
        </p:nvSpPr>
        <p:spPr>
          <a:xfrm>
            <a:off x="4846320" y="3794760"/>
            <a:ext cx="178308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pic>
        <p:nvPicPr>
          <p:cNvPr id="29" name="Future icon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4014216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376672" y="3794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Rainfall prediction</a:t>
            </a:r>
            <a:endParaRPr lang="en-US" sz="1300" dirty="0"/>
          </a:p>
        </p:txBody>
      </p:sp>
      <p:sp>
        <p:nvSpPr>
          <p:cNvPr id="31" name="Future card 4"/>
          <p:cNvSpPr/>
          <p:nvPr/>
        </p:nvSpPr>
        <p:spPr>
          <a:xfrm>
            <a:off x="6766560" y="3794760"/>
            <a:ext cx="1783080" cy="731520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pic>
        <p:nvPicPr>
          <p:cNvPr id="32" name="Future icon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4014216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296912" y="3794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Real-time farm sensors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Irrigate">
  <a:themeElements>
    <a:clrScheme name="SmartIrrigate">
      <a:dk1>
        <a:srgbClr val="14281E"/>
      </a:dk1>
      <a:lt1>
        <a:srgbClr val="FFFFFF"/>
      </a:lt1>
      <a:dk2>
        <a:srgbClr val="0F3D2E"/>
      </a:dk2>
      <a:lt2>
        <a:srgbClr val="EEF6F0"/>
      </a:lt2>
      <a:accent1>
        <a:srgbClr val="2E8B57"/>
      </a:accent1>
      <a:accent2>
        <a:srgbClr val="2BA6CB"/>
      </a:accent2>
      <a:accent3>
        <a:srgbClr val="F2B134"/>
      </a:accent3>
      <a:accent4>
        <a:srgbClr val="7DBB8A"/>
      </a:accent4>
      <a:accent5>
        <a:srgbClr val="1B6B4A"/>
      </a:accent5>
      <a:accent6>
        <a:srgbClr val="BFE6F2"/>
      </a:accent6>
      <a:hlink>
        <a:srgbClr val="2BA6CB"/>
      </a:hlink>
      <a:folHlink>
        <a:srgbClr val="7DBB8A"/>
      </a:folHlink>
    </a:clrScheme>
    <a:fontScheme name="SmartIrrig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451</Words>
  <Application>Microsoft Office PowerPoint</Application>
  <PresentationFormat>On-screen Show (16:9)</PresentationFormat>
  <Paragraphs>103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SmartIrrigate</vt:lpstr>
      <vt:lpstr>SmartIrrigate</vt:lpstr>
      <vt:lpstr>Problem Statement</vt:lpstr>
      <vt:lpstr>Our Solution</vt:lpstr>
      <vt:lpstr>How the System Works</vt:lpstr>
      <vt:lpstr>Algorithms Used</vt:lpstr>
      <vt:lpstr>Technology &amp; Features</vt:lpstr>
      <vt:lpstr>Demo, Results &amp;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SmartIrrigate - Agriculture Irrigation Planner</dc:title>
  <dc:subject>PptxGenJS Presentation</dc:subject>
  <dc:creator>PptxGenJS</dc:creator>
  <cp:lastModifiedBy>mulaajay1289@outlook.com</cp:lastModifiedBy>
  <cp:revision>2</cp:revision>
  <dcterms:created xsi:type="dcterms:W3CDTF">2026-10-03T06:34:25Z</dcterms:created>
  <dcterms:modified xsi:type="dcterms:W3CDTF">2026-10-03T10:22:09Z</dcterms:modified>
</cp:coreProperties>
</file>